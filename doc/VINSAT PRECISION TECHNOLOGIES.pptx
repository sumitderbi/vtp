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9" r:id="rId3"/>
    <p:sldId id="260" r:id="rId4"/>
  </p:sldIdLst>
  <p:sldSz cx="7772400" cy="10058400"/>
  <p:notesSz cx="6858000" cy="9144000"/>
  <p:embeddedFontLst>
    <p:embeddedFont>
      <p:font typeface="DM Sans" pitchFamily="2" charset="0"/>
      <p:regular r:id="rId5"/>
      <p:bold r:id="rId6"/>
      <p:italic r:id="rId7"/>
      <p:boldItalic r:id="rId8"/>
    </p:embeddedFont>
    <p:embeddedFont>
      <p:font typeface="DM Sans Bold" charset="0"/>
      <p:regular r:id="rId9"/>
    </p:embeddedFont>
    <p:embeddedFont>
      <p:font typeface="Telegraf" panose="020B0604020202020204" charset="0"/>
      <p:regular r:id="rId10"/>
    </p:embeddedFont>
    <p:embeddedFont>
      <p:font typeface="Telegraf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30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glorishaindustries@gmail.com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hyperlink" Target="mailto:glorishaindustries@gmail.com" TargetMode="External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hyperlink" Target="mailto:glorishaindustrie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B374D-BE02-B62E-607A-EFB78B05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7B2C3B2-4FB5-96DB-8258-3F65FC0A020A}"/>
              </a:ext>
            </a:extLst>
          </p:cNvPr>
          <p:cNvGrpSpPr/>
          <p:nvPr/>
        </p:nvGrpSpPr>
        <p:grpSpPr>
          <a:xfrm>
            <a:off x="2968931" y="7446850"/>
            <a:ext cx="4803469" cy="1661024"/>
            <a:chOff x="0" y="0"/>
            <a:chExt cx="2059694" cy="67928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1CCA2F-D59A-9CE7-408B-F63D211DB2C1}"/>
                </a:ext>
              </a:extLst>
            </p:cNvPr>
            <p:cNvSpPr/>
            <p:nvPr/>
          </p:nvSpPr>
          <p:spPr>
            <a:xfrm>
              <a:off x="0" y="0"/>
              <a:ext cx="2059694" cy="679283"/>
            </a:xfrm>
            <a:custGeom>
              <a:avLst/>
              <a:gdLst/>
              <a:ahLst/>
              <a:cxnLst/>
              <a:rect l="l" t="t" r="r" b="b"/>
              <a:pathLst>
                <a:path w="2059694" h="679283">
                  <a:moveTo>
                    <a:pt x="0" y="0"/>
                  </a:moveTo>
                  <a:lnTo>
                    <a:pt x="2059694" y="0"/>
                  </a:lnTo>
                  <a:lnTo>
                    <a:pt x="2059694" y="679283"/>
                  </a:lnTo>
                  <a:lnTo>
                    <a:pt x="0" y="679283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BB9E537-398B-A216-E8D3-800B9F75AF61}"/>
                </a:ext>
              </a:extLst>
            </p:cNvPr>
            <p:cNvSpPr txBox="1"/>
            <p:nvPr/>
          </p:nvSpPr>
          <p:spPr>
            <a:xfrm>
              <a:off x="0" y="-28575"/>
              <a:ext cx="2059694" cy="707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8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14576A0-096E-6E66-7EFA-00DE687AB922}"/>
              </a:ext>
            </a:extLst>
          </p:cNvPr>
          <p:cNvGrpSpPr/>
          <p:nvPr/>
        </p:nvGrpSpPr>
        <p:grpSpPr>
          <a:xfrm>
            <a:off x="25972" y="2967923"/>
            <a:ext cx="4334876" cy="2171121"/>
            <a:chOff x="0" y="0"/>
            <a:chExt cx="1887240" cy="95020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5B97C5C-F316-63D6-E492-E9A563AFAF2A}"/>
                </a:ext>
              </a:extLst>
            </p:cNvPr>
            <p:cNvSpPr/>
            <p:nvPr/>
          </p:nvSpPr>
          <p:spPr>
            <a:xfrm>
              <a:off x="0" y="0"/>
              <a:ext cx="1887240" cy="950202"/>
            </a:xfrm>
            <a:custGeom>
              <a:avLst/>
              <a:gdLst/>
              <a:ahLst/>
              <a:cxnLst/>
              <a:rect l="l" t="t" r="r" b="b"/>
              <a:pathLst>
                <a:path w="1887240" h="950202">
                  <a:moveTo>
                    <a:pt x="0" y="0"/>
                  </a:moveTo>
                  <a:lnTo>
                    <a:pt x="1887240" y="0"/>
                  </a:lnTo>
                  <a:lnTo>
                    <a:pt x="1887240" y="950202"/>
                  </a:lnTo>
                  <a:lnTo>
                    <a:pt x="0" y="95020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83A99A2-9A82-F9E5-5106-BECD2C077D22}"/>
                </a:ext>
              </a:extLst>
            </p:cNvPr>
            <p:cNvSpPr txBox="1"/>
            <p:nvPr/>
          </p:nvSpPr>
          <p:spPr>
            <a:xfrm>
              <a:off x="0" y="-28575"/>
              <a:ext cx="1887240" cy="978777"/>
            </a:xfrm>
            <a:prstGeom prst="rect">
              <a:avLst/>
            </a:prstGeom>
          </p:spPr>
          <p:txBody>
            <a:bodyPr lIns="44517" tIns="44517" rIns="44517" bIns="44517" rtlCol="0" anchor="ctr"/>
            <a:lstStyle/>
            <a:p>
              <a:pPr marL="0" lvl="0" indent="0" algn="ctr">
                <a:lnSpc>
                  <a:spcPts val="2085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07F5462-211C-D819-9610-7236E7FAB938}"/>
              </a:ext>
            </a:extLst>
          </p:cNvPr>
          <p:cNvGrpSpPr/>
          <p:nvPr/>
        </p:nvGrpSpPr>
        <p:grpSpPr>
          <a:xfrm>
            <a:off x="2968930" y="5139046"/>
            <a:ext cx="4803470" cy="2307804"/>
            <a:chOff x="0" y="0"/>
            <a:chExt cx="2059694" cy="94956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C6BEB9C-E1B8-6138-CCFA-76F0896C8E82}"/>
                </a:ext>
              </a:extLst>
            </p:cNvPr>
            <p:cNvSpPr/>
            <p:nvPr/>
          </p:nvSpPr>
          <p:spPr>
            <a:xfrm>
              <a:off x="0" y="0"/>
              <a:ext cx="2059694" cy="949561"/>
            </a:xfrm>
            <a:custGeom>
              <a:avLst/>
              <a:gdLst/>
              <a:ahLst/>
              <a:cxnLst/>
              <a:rect l="l" t="t" r="r" b="b"/>
              <a:pathLst>
                <a:path w="2059694" h="949561">
                  <a:moveTo>
                    <a:pt x="0" y="0"/>
                  </a:moveTo>
                  <a:lnTo>
                    <a:pt x="2059694" y="0"/>
                  </a:lnTo>
                  <a:lnTo>
                    <a:pt x="2059694" y="949561"/>
                  </a:lnTo>
                  <a:lnTo>
                    <a:pt x="0" y="949561"/>
                  </a:lnTo>
                  <a:close/>
                </a:path>
              </a:pathLst>
            </a:custGeom>
            <a:gradFill rotWithShape="1">
              <a:gsLst>
                <a:gs pos="0">
                  <a:srgbClr val="2EA1A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FA12144-9155-FF39-75C7-D9A93EE26ADF}"/>
                </a:ext>
              </a:extLst>
            </p:cNvPr>
            <p:cNvSpPr txBox="1"/>
            <p:nvPr/>
          </p:nvSpPr>
          <p:spPr>
            <a:xfrm>
              <a:off x="0" y="-28575"/>
              <a:ext cx="2059694" cy="978136"/>
            </a:xfrm>
            <a:prstGeom prst="rect">
              <a:avLst/>
            </a:prstGeom>
          </p:spPr>
          <p:txBody>
            <a:bodyPr lIns="44517" tIns="44517" rIns="44517" bIns="44517" rtlCol="0" anchor="ctr"/>
            <a:lstStyle/>
            <a:p>
              <a:pPr marL="0" lvl="0" indent="0" algn="ctr">
                <a:lnSpc>
                  <a:spcPts val="2085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5E2CAD7-FCA3-C4E8-F7FA-B0B2C5A9E140}"/>
              </a:ext>
            </a:extLst>
          </p:cNvPr>
          <p:cNvGrpSpPr/>
          <p:nvPr/>
        </p:nvGrpSpPr>
        <p:grpSpPr>
          <a:xfrm>
            <a:off x="0" y="8981259"/>
            <a:ext cx="2968930" cy="1077141"/>
            <a:chOff x="0" y="0"/>
            <a:chExt cx="1328631" cy="52656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D91CD36-F30F-D61A-23D9-7F52F79F293F}"/>
                </a:ext>
              </a:extLst>
            </p:cNvPr>
            <p:cNvSpPr/>
            <p:nvPr/>
          </p:nvSpPr>
          <p:spPr>
            <a:xfrm>
              <a:off x="0" y="0"/>
              <a:ext cx="1328631" cy="526560"/>
            </a:xfrm>
            <a:custGeom>
              <a:avLst/>
              <a:gdLst/>
              <a:ahLst/>
              <a:cxnLst/>
              <a:rect l="l" t="t" r="r" b="b"/>
              <a:pathLst>
                <a:path w="1328631" h="526560">
                  <a:moveTo>
                    <a:pt x="0" y="0"/>
                  </a:moveTo>
                  <a:lnTo>
                    <a:pt x="1328631" y="0"/>
                  </a:lnTo>
                  <a:lnTo>
                    <a:pt x="1328631" y="526560"/>
                  </a:lnTo>
                  <a:lnTo>
                    <a:pt x="0" y="526560"/>
                  </a:lnTo>
                  <a:close/>
                </a:path>
              </a:pathLst>
            </a:custGeom>
            <a:gradFill rotWithShape="1">
              <a:gsLst>
                <a:gs pos="0">
                  <a:srgbClr val="2EA1A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dirty="0">
                  <a:solidFill>
                    <a:schemeClr val="bg1"/>
                  </a:solidFill>
                </a:rPr>
                <a:t>Aerospace 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dirty="0">
                  <a:solidFill>
                    <a:schemeClr val="bg1"/>
                  </a:solidFill>
                </a:rPr>
                <a:t>Automotive 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dirty="0">
                  <a:solidFill>
                    <a:schemeClr val="bg1"/>
                  </a:solidFill>
                </a:rPr>
                <a:t>Furniture 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92F258A-829E-92E0-63A4-B4D3CFF3196A}"/>
                </a:ext>
              </a:extLst>
            </p:cNvPr>
            <p:cNvSpPr txBox="1"/>
            <p:nvPr/>
          </p:nvSpPr>
          <p:spPr>
            <a:xfrm>
              <a:off x="0" y="-28575"/>
              <a:ext cx="1328631" cy="555135"/>
            </a:xfrm>
            <a:prstGeom prst="rect">
              <a:avLst/>
            </a:prstGeom>
          </p:spPr>
          <p:txBody>
            <a:bodyPr lIns="44517" tIns="44517" rIns="44517" bIns="44517" rtlCol="0" anchor="ctr"/>
            <a:lstStyle/>
            <a:p>
              <a:pPr marL="0" lvl="0" indent="0" algn="ctr">
                <a:lnSpc>
                  <a:spcPts val="2085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CD14EC8-E0F5-020C-CD15-1C75F0264AFE}"/>
              </a:ext>
            </a:extLst>
          </p:cNvPr>
          <p:cNvGrpSpPr/>
          <p:nvPr/>
        </p:nvGrpSpPr>
        <p:grpSpPr>
          <a:xfrm>
            <a:off x="0" y="5124927"/>
            <a:ext cx="2968930" cy="3856332"/>
            <a:chOff x="0" y="0"/>
            <a:chExt cx="715142" cy="87673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44CE7CF-4532-6681-1758-886BE46EF390}"/>
                </a:ext>
              </a:extLst>
            </p:cNvPr>
            <p:cNvSpPr/>
            <p:nvPr/>
          </p:nvSpPr>
          <p:spPr>
            <a:xfrm>
              <a:off x="0" y="0"/>
              <a:ext cx="715142" cy="876733"/>
            </a:xfrm>
            <a:custGeom>
              <a:avLst/>
              <a:gdLst/>
              <a:ahLst/>
              <a:cxnLst/>
              <a:rect l="l" t="t" r="r" b="b"/>
              <a:pathLst>
                <a:path w="715142" h="876733">
                  <a:moveTo>
                    <a:pt x="0" y="0"/>
                  </a:moveTo>
                  <a:lnTo>
                    <a:pt x="715142" y="0"/>
                  </a:lnTo>
                  <a:lnTo>
                    <a:pt x="715142" y="876733"/>
                  </a:lnTo>
                  <a:lnTo>
                    <a:pt x="0" y="876733"/>
                  </a:lnTo>
                  <a:close/>
                </a:path>
              </a:pathLst>
            </a:custGeom>
            <a:blipFill>
              <a:blip r:embed="rId2"/>
              <a:stretch>
                <a:fillRect l="-42004" r="-4200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39BCFFB-22F1-38C6-10A3-335B3953DE16}"/>
              </a:ext>
            </a:extLst>
          </p:cNvPr>
          <p:cNvGrpSpPr/>
          <p:nvPr/>
        </p:nvGrpSpPr>
        <p:grpSpPr>
          <a:xfrm>
            <a:off x="4360848" y="819189"/>
            <a:ext cx="3382126" cy="2157002"/>
            <a:chOff x="0" y="0"/>
            <a:chExt cx="1764361" cy="137407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C0402E9-D8BA-0DE2-B4E1-9F5406DFB7D5}"/>
                </a:ext>
              </a:extLst>
            </p:cNvPr>
            <p:cNvSpPr/>
            <p:nvPr/>
          </p:nvSpPr>
          <p:spPr>
            <a:xfrm>
              <a:off x="0" y="0"/>
              <a:ext cx="1764361" cy="1374079"/>
            </a:xfrm>
            <a:custGeom>
              <a:avLst/>
              <a:gdLst/>
              <a:ahLst/>
              <a:cxnLst/>
              <a:rect l="l" t="t" r="r" b="b"/>
              <a:pathLst>
                <a:path w="1764361" h="1374079">
                  <a:moveTo>
                    <a:pt x="0" y="0"/>
                  </a:moveTo>
                  <a:lnTo>
                    <a:pt x="1764361" y="0"/>
                  </a:lnTo>
                  <a:lnTo>
                    <a:pt x="1764361" y="1374079"/>
                  </a:lnTo>
                  <a:lnTo>
                    <a:pt x="0" y="1374079"/>
                  </a:lnTo>
                  <a:close/>
                </a:path>
              </a:pathLst>
            </a:custGeom>
            <a:blipFill>
              <a:blip r:embed="rId3"/>
              <a:stretch>
                <a:fillRect l="-8446" r="-84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AutoShape 18">
            <a:extLst>
              <a:ext uri="{FF2B5EF4-FFF2-40B4-BE49-F238E27FC236}">
                <a16:creationId xmlns:a16="http://schemas.microsoft.com/office/drawing/2014/main" id="{C4FFAA02-A3BC-4098-FBFD-F66C3C6B3CB6}"/>
              </a:ext>
            </a:extLst>
          </p:cNvPr>
          <p:cNvSpPr/>
          <p:nvPr/>
        </p:nvSpPr>
        <p:spPr>
          <a:xfrm flipV="1">
            <a:off x="777240" y="3528206"/>
            <a:ext cx="2825136" cy="0"/>
          </a:xfrm>
          <a:prstGeom prst="line">
            <a:avLst/>
          </a:prstGeom>
          <a:ln w="9525" cap="flat">
            <a:solidFill>
              <a:srgbClr val="0657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D37CD0D0-1DD7-149B-C40B-EF8F19F5E6BF}"/>
              </a:ext>
            </a:extLst>
          </p:cNvPr>
          <p:cNvSpPr/>
          <p:nvPr/>
        </p:nvSpPr>
        <p:spPr>
          <a:xfrm>
            <a:off x="777240" y="3528206"/>
            <a:ext cx="1652291" cy="0"/>
          </a:xfrm>
          <a:prstGeom prst="line">
            <a:avLst/>
          </a:prstGeom>
          <a:ln w="28575" cap="flat">
            <a:solidFill>
              <a:srgbClr val="0657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DAA17BFA-BDBD-091A-F6FC-2E48BC672DAD}"/>
              </a:ext>
            </a:extLst>
          </p:cNvPr>
          <p:cNvSpPr/>
          <p:nvPr/>
        </p:nvSpPr>
        <p:spPr>
          <a:xfrm flipV="1">
            <a:off x="3657774" y="6003332"/>
            <a:ext cx="2825136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72AE069-6EE3-EAA0-DC74-8E46D94E2E4A}"/>
              </a:ext>
            </a:extLst>
          </p:cNvPr>
          <p:cNvSpPr/>
          <p:nvPr/>
        </p:nvSpPr>
        <p:spPr>
          <a:xfrm>
            <a:off x="3657774" y="6003332"/>
            <a:ext cx="165229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4D2B02B8-F1AA-E448-00A1-B669CA9E7052}"/>
              </a:ext>
            </a:extLst>
          </p:cNvPr>
          <p:cNvSpPr/>
          <p:nvPr/>
        </p:nvSpPr>
        <p:spPr>
          <a:xfrm>
            <a:off x="777240" y="367042"/>
            <a:ext cx="322259" cy="309368"/>
          </a:xfrm>
          <a:custGeom>
            <a:avLst/>
            <a:gdLst/>
            <a:ahLst/>
            <a:cxnLst/>
            <a:rect l="l" t="t" r="r" b="b"/>
            <a:pathLst>
              <a:path w="322259" h="309368">
                <a:moveTo>
                  <a:pt x="0" y="0"/>
                </a:moveTo>
                <a:lnTo>
                  <a:pt x="322259" y="0"/>
                </a:lnTo>
                <a:lnTo>
                  <a:pt x="322259" y="309368"/>
                </a:lnTo>
                <a:lnTo>
                  <a:pt x="0" y="309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9FF6A42-10A6-852A-DB0D-FE64FA0D01BB}"/>
              </a:ext>
            </a:extLst>
          </p:cNvPr>
          <p:cNvSpPr/>
          <p:nvPr/>
        </p:nvSpPr>
        <p:spPr>
          <a:xfrm>
            <a:off x="3657774" y="8215397"/>
            <a:ext cx="195281" cy="195281"/>
          </a:xfrm>
          <a:custGeom>
            <a:avLst/>
            <a:gdLst/>
            <a:ahLst/>
            <a:cxnLst/>
            <a:rect l="l" t="t" r="r" b="b"/>
            <a:pathLst>
              <a:path w="195281" h="195281">
                <a:moveTo>
                  <a:pt x="0" y="0"/>
                </a:moveTo>
                <a:lnTo>
                  <a:pt x="195281" y="0"/>
                </a:lnTo>
                <a:lnTo>
                  <a:pt x="195281" y="195281"/>
                </a:lnTo>
                <a:lnTo>
                  <a:pt x="0" y="195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04558B0-1DF5-3AA6-B53F-BDAFD7586640}"/>
              </a:ext>
            </a:extLst>
          </p:cNvPr>
          <p:cNvSpPr/>
          <p:nvPr/>
        </p:nvSpPr>
        <p:spPr>
          <a:xfrm>
            <a:off x="3657774" y="8488646"/>
            <a:ext cx="195281" cy="195281"/>
          </a:xfrm>
          <a:custGeom>
            <a:avLst/>
            <a:gdLst/>
            <a:ahLst/>
            <a:cxnLst/>
            <a:rect l="l" t="t" r="r" b="b"/>
            <a:pathLst>
              <a:path w="195281" h="195281">
                <a:moveTo>
                  <a:pt x="0" y="0"/>
                </a:moveTo>
                <a:lnTo>
                  <a:pt x="195281" y="0"/>
                </a:lnTo>
                <a:lnTo>
                  <a:pt x="195281" y="195281"/>
                </a:lnTo>
                <a:lnTo>
                  <a:pt x="0" y="195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8F398B6B-4B2D-732F-A9BF-1AAD40610E6C}"/>
              </a:ext>
            </a:extLst>
          </p:cNvPr>
          <p:cNvSpPr/>
          <p:nvPr/>
        </p:nvSpPr>
        <p:spPr>
          <a:xfrm>
            <a:off x="5626565" y="8215397"/>
            <a:ext cx="195281" cy="195281"/>
          </a:xfrm>
          <a:custGeom>
            <a:avLst/>
            <a:gdLst/>
            <a:ahLst/>
            <a:cxnLst/>
            <a:rect l="l" t="t" r="r" b="b"/>
            <a:pathLst>
              <a:path w="195281" h="195281">
                <a:moveTo>
                  <a:pt x="0" y="0"/>
                </a:moveTo>
                <a:lnTo>
                  <a:pt x="195281" y="0"/>
                </a:lnTo>
                <a:lnTo>
                  <a:pt x="195281" y="195281"/>
                </a:lnTo>
                <a:lnTo>
                  <a:pt x="0" y="195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E44D3DDC-3088-C612-111F-3F0CD3F5B395}"/>
              </a:ext>
            </a:extLst>
          </p:cNvPr>
          <p:cNvSpPr/>
          <p:nvPr/>
        </p:nvSpPr>
        <p:spPr>
          <a:xfrm>
            <a:off x="5626565" y="8488646"/>
            <a:ext cx="195281" cy="195281"/>
          </a:xfrm>
          <a:custGeom>
            <a:avLst/>
            <a:gdLst/>
            <a:ahLst/>
            <a:cxnLst/>
            <a:rect l="l" t="t" r="r" b="b"/>
            <a:pathLst>
              <a:path w="195281" h="195281">
                <a:moveTo>
                  <a:pt x="0" y="0"/>
                </a:moveTo>
                <a:lnTo>
                  <a:pt x="195281" y="0"/>
                </a:lnTo>
                <a:lnTo>
                  <a:pt x="195281" y="195281"/>
                </a:lnTo>
                <a:lnTo>
                  <a:pt x="0" y="195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96717350-3DFB-BC8C-BBB1-DDA6FC13D29A}"/>
              </a:ext>
            </a:extLst>
          </p:cNvPr>
          <p:cNvSpPr/>
          <p:nvPr/>
        </p:nvSpPr>
        <p:spPr>
          <a:xfrm>
            <a:off x="0" y="-1"/>
            <a:ext cx="1099499" cy="780996"/>
          </a:xfrm>
          <a:custGeom>
            <a:avLst/>
            <a:gdLst/>
            <a:ahLst/>
            <a:cxnLst/>
            <a:rect l="l" t="t" r="r" b="b"/>
            <a:pathLst>
              <a:path w="732221" h="547628">
                <a:moveTo>
                  <a:pt x="0" y="0"/>
                </a:moveTo>
                <a:lnTo>
                  <a:pt x="732222" y="0"/>
                </a:lnTo>
                <a:lnTo>
                  <a:pt x="732222" y="547628"/>
                </a:lnTo>
                <a:lnTo>
                  <a:pt x="0" y="547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0A3D4A8F-3B8D-4696-7692-FF2FFF622B40}"/>
              </a:ext>
            </a:extLst>
          </p:cNvPr>
          <p:cNvSpPr/>
          <p:nvPr/>
        </p:nvSpPr>
        <p:spPr>
          <a:xfrm>
            <a:off x="4360848" y="2967923"/>
            <a:ext cx="3411552" cy="2157002"/>
          </a:xfrm>
          <a:custGeom>
            <a:avLst/>
            <a:gdLst/>
            <a:ahLst/>
            <a:cxnLst/>
            <a:rect l="l" t="t" r="r" b="b"/>
            <a:pathLst>
              <a:path w="3437525" h="2455700">
                <a:moveTo>
                  <a:pt x="0" y="0"/>
                </a:moveTo>
                <a:lnTo>
                  <a:pt x="3437525" y="0"/>
                </a:lnTo>
                <a:lnTo>
                  <a:pt x="3437525" y="2455700"/>
                </a:lnTo>
                <a:lnTo>
                  <a:pt x="0" y="2455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75" t="-1840" r="-1458" b="-702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D573F78-C001-3E59-E618-603F13619FB6}"/>
              </a:ext>
            </a:extLst>
          </p:cNvPr>
          <p:cNvSpPr txBox="1"/>
          <p:nvPr/>
        </p:nvSpPr>
        <p:spPr>
          <a:xfrm>
            <a:off x="708342" y="1019501"/>
            <a:ext cx="3167092" cy="1591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5"/>
              </a:lnSpc>
            </a:pPr>
            <a:r>
              <a:rPr lang="en-US" sz="4118" b="1" spc="-181" dirty="0">
                <a:solidFill>
                  <a:srgbClr val="0657AC"/>
                </a:solidFill>
                <a:latin typeface="Telegraf Bold"/>
                <a:ea typeface="Telegraf Bold"/>
                <a:cs typeface="Telegraf Bold"/>
                <a:sym typeface="Telegraf Bold"/>
              </a:rPr>
              <a:t>Elevate Your Business with Us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06D2864-5DFF-FE34-EA72-8AE09DA68213}"/>
              </a:ext>
            </a:extLst>
          </p:cNvPr>
          <p:cNvSpPr txBox="1"/>
          <p:nvPr/>
        </p:nvSpPr>
        <p:spPr>
          <a:xfrm>
            <a:off x="3365111" y="9308538"/>
            <a:ext cx="1991475" cy="18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9"/>
              </a:lnSpc>
            </a:pPr>
            <a:r>
              <a:rPr lang="en-US" sz="1600" u="sng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  <a:hlinkClick r:id="rId8" tooltip="mailto:glorishaindustries@gmail.com"/>
              </a:rPr>
              <a:t>info@vptpune.com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9F1839A8-22CB-C6C6-A078-5BA07A55E05C}"/>
              </a:ext>
            </a:extLst>
          </p:cNvPr>
          <p:cNvSpPr txBox="1"/>
          <p:nvPr/>
        </p:nvSpPr>
        <p:spPr>
          <a:xfrm>
            <a:off x="5487173" y="9537179"/>
            <a:ext cx="1991475" cy="17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9"/>
              </a:lnSpc>
            </a:pPr>
            <a:r>
              <a:rPr lang="en-US" sz="999" dirty="0" err="1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Bhosari</a:t>
            </a:r>
            <a:r>
              <a:rPr lang="en-US" sz="999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1100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MIDC</a:t>
            </a:r>
            <a:r>
              <a:rPr lang="en-US" sz="999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, Pune 411026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EAFBA6A-77CC-C81F-963E-E11407FCBE49}"/>
              </a:ext>
            </a:extLst>
          </p:cNvPr>
          <p:cNvSpPr txBox="1"/>
          <p:nvPr/>
        </p:nvSpPr>
        <p:spPr>
          <a:xfrm>
            <a:off x="5487172" y="9323942"/>
            <a:ext cx="1991475" cy="17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9"/>
              </a:lnSpc>
            </a:pPr>
            <a:r>
              <a:rPr lang="en-US" sz="1100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+91 9764996161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0A76D660-A7C9-7C0C-0A12-63CD066E8E13}"/>
              </a:ext>
            </a:extLst>
          </p:cNvPr>
          <p:cNvSpPr txBox="1"/>
          <p:nvPr/>
        </p:nvSpPr>
        <p:spPr>
          <a:xfrm>
            <a:off x="777240" y="2955741"/>
            <a:ext cx="2825136" cy="35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  <a:spcBef>
                <a:spcPct val="0"/>
              </a:spcBef>
            </a:pPr>
            <a:r>
              <a:rPr lang="en-US" sz="1976" b="1" dirty="0">
                <a:solidFill>
                  <a:srgbClr val="0657AC"/>
                </a:solidFill>
                <a:latin typeface="Telegraf Bold"/>
                <a:ea typeface="Telegraf Bold"/>
                <a:cs typeface="Telegraf Bold"/>
                <a:sym typeface="Telegraf Bold"/>
              </a:rPr>
              <a:t>About Us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633C7FE6-0BC5-9471-D43F-36D3E6F2276B}"/>
              </a:ext>
            </a:extLst>
          </p:cNvPr>
          <p:cNvSpPr txBox="1"/>
          <p:nvPr/>
        </p:nvSpPr>
        <p:spPr>
          <a:xfrm>
            <a:off x="777240" y="3700255"/>
            <a:ext cx="2825136" cy="115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200" spc="11" dirty="0">
                <a:solidFill>
                  <a:srgbClr val="0657AC">
                    <a:alpha val="80000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Our company specializes in providing highly precise tube/pipe bending tooling.</a:t>
            </a:r>
          </a:p>
          <a:p>
            <a:pPr algn="l">
              <a:lnSpc>
                <a:spcPts val="1540"/>
              </a:lnSpc>
            </a:pPr>
            <a:r>
              <a:rPr lang="en-US" sz="1200" spc="11" dirty="0">
                <a:solidFill>
                  <a:srgbClr val="0657AC">
                    <a:alpha val="80000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Our scope is from Feasibility study, Design, manufacturing and Proving out the tool on machine. </a:t>
            </a:r>
            <a:endParaRPr lang="en-US" sz="1100" spc="11" dirty="0">
              <a:solidFill>
                <a:srgbClr val="0657AC">
                  <a:alpha val="80000"/>
                </a:srgbClr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C7A7E516-DB5E-B504-26AE-AEB6BB42F280}"/>
              </a:ext>
            </a:extLst>
          </p:cNvPr>
          <p:cNvSpPr txBox="1"/>
          <p:nvPr/>
        </p:nvSpPr>
        <p:spPr>
          <a:xfrm>
            <a:off x="3657774" y="5430866"/>
            <a:ext cx="2825136" cy="35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  <a:spcBef>
                <a:spcPct val="0"/>
              </a:spcBef>
            </a:pPr>
            <a:r>
              <a:rPr lang="en-US" sz="1976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Why Choose Us?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C58736EC-2FD0-0C3A-1509-AA03C8513820}"/>
              </a:ext>
            </a:extLst>
          </p:cNvPr>
          <p:cNvSpPr txBox="1"/>
          <p:nvPr/>
        </p:nvSpPr>
        <p:spPr>
          <a:xfrm>
            <a:off x="3657774" y="6175380"/>
            <a:ext cx="2825136" cy="114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spc="11" dirty="0">
                <a:solidFill>
                  <a:srgbClr val="FFFFFF">
                    <a:alpha val="80000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At Vinsat Precision Technologies, we offer innovative one stop tooling solutions backed by over 3 years of experience in pipe bending. Choose us to help your company achieve new heights of excellence.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769D2AD8-F486-57C9-08F0-DB0482DA8DB1}"/>
              </a:ext>
            </a:extLst>
          </p:cNvPr>
          <p:cNvSpPr txBox="1"/>
          <p:nvPr/>
        </p:nvSpPr>
        <p:spPr>
          <a:xfrm>
            <a:off x="1170620" y="261311"/>
            <a:ext cx="6601780" cy="533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VINSAT </a:t>
            </a:r>
          </a:p>
          <a:p>
            <a:pPr algn="l">
              <a:lnSpc>
                <a:spcPts val="1352"/>
              </a:lnSpc>
            </a:pP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PRECISION </a:t>
            </a:r>
          </a:p>
          <a:p>
            <a:pPr>
              <a:lnSpc>
                <a:spcPts val="1352"/>
              </a:lnSpc>
            </a:pP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TECHNOLOGIES				</a:t>
            </a:r>
            <a:r>
              <a:rPr lang="en-US" sz="1099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 Email</a:t>
            </a: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: Info@vptpune.com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2A15D52-4F5A-3D5F-B481-B896BB2D8048}"/>
              </a:ext>
            </a:extLst>
          </p:cNvPr>
          <p:cNvSpPr txBox="1"/>
          <p:nvPr/>
        </p:nvSpPr>
        <p:spPr>
          <a:xfrm>
            <a:off x="3657774" y="7679992"/>
            <a:ext cx="2095037" cy="35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  <a:spcBef>
                <a:spcPct val="0"/>
              </a:spcBef>
            </a:pPr>
            <a:r>
              <a:rPr lang="en-US" sz="1976" b="1">
                <a:solidFill>
                  <a:srgbClr val="0657AC"/>
                </a:solidFill>
                <a:latin typeface="Telegraf Bold"/>
                <a:ea typeface="Telegraf Bold"/>
                <a:cs typeface="Telegraf Bold"/>
                <a:sym typeface="Telegraf Bold"/>
              </a:rPr>
              <a:t>Our Services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92249C5B-8A4F-1B8B-34CF-3D0589AD922C}"/>
              </a:ext>
            </a:extLst>
          </p:cNvPr>
          <p:cNvSpPr txBox="1"/>
          <p:nvPr/>
        </p:nvSpPr>
        <p:spPr>
          <a:xfrm>
            <a:off x="3914145" y="8201278"/>
            <a:ext cx="171242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dirty="0">
                <a:solidFill>
                  <a:srgbClr val="0657AC"/>
                </a:solidFill>
                <a:latin typeface="DM Sans"/>
                <a:ea typeface="DM Sans"/>
                <a:cs typeface="DM Sans"/>
                <a:sym typeface="DM Sans"/>
              </a:rPr>
              <a:t>Feasibility study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12734266-9B33-7E32-A568-EFBCAE7423B5}"/>
              </a:ext>
            </a:extLst>
          </p:cNvPr>
          <p:cNvSpPr txBox="1"/>
          <p:nvPr/>
        </p:nvSpPr>
        <p:spPr>
          <a:xfrm>
            <a:off x="3914145" y="8474527"/>
            <a:ext cx="1712420" cy="18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9"/>
              </a:lnSpc>
            </a:pPr>
            <a:r>
              <a:rPr lang="en-US" sz="1099" dirty="0">
                <a:solidFill>
                  <a:srgbClr val="0657AC"/>
                </a:solidFill>
                <a:latin typeface="DM Sans"/>
                <a:ea typeface="DM Sans"/>
                <a:cs typeface="DM Sans"/>
                <a:sym typeface="DM Sans"/>
              </a:rPr>
              <a:t>Manufacturing the tools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C393CE33-F833-2DB3-A5D7-B0A6B53431FA}"/>
              </a:ext>
            </a:extLst>
          </p:cNvPr>
          <p:cNvSpPr txBox="1"/>
          <p:nvPr/>
        </p:nvSpPr>
        <p:spPr>
          <a:xfrm>
            <a:off x="5882935" y="8201278"/>
            <a:ext cx="171242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9"/>
              </a:lnSpc>
            </a:pPr>
            <a:r>
              <a:rPr lang="en-US" sz="1099" dirty="0">
                <a:solidFill>
                  <a:srgbClr val="0657AC"/>
                </a:solidFill>
                <a:latin typeface="DM Sans"/>
                <a:ea typeface="DM Sans"/>
                <a:cs typeface="DM Sans"/>
                <a:sym typeface="DM Sans"/>
              </a:rPr>
              <a:t>Design the Bending tools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4ECCAD57-3984-7324-1EFD-C2B3527800A4}"/>
              </a:ext>
            </a:extLst>
          </p:cNvPr>
          <p:cNvSpPr txBox="1"/>
          <p:nvPr/>
        </p:nvSpPr>
        <p:spPr>
          <a:xfrm>
            <a:off x="5882935" y="8474527"/>
            <a:ext cx="1712420" cy="18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9"/>
              </a:lnSpc>
            </a:pPr>
            <a:r>
              <a:rPr lang="en-US" sz="1099" dirty="0">
                <a:solidFill>
                  <a:srgbClr val="0657AC"/>
                </a:solidFill>
                <a:latin typeface="DM Sans"/>
                <a:ea typeface="DM Sans"/>
                <a:cs typeface="DM Sans"/>
                <a:sym typeface="DM Sans"/>
              </a:rPr>
              <a:t>Prove out of the tool</a:t>
            </a:r>
          </a:p>
        </p:txBody>
      </p:sp>
    </p:spTree>
    <p:extLst>
      <p:ext uri="{BB962C8B-B14F-4D97-AF65-F5344CB8AC3E}">
        <p14:creationId xmlns:p14="http://schemas.microsoft.com/office/powerpoint/2010/main" val="303619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F3B40-9627-D6CF-24CE-D58238962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6B23CF83-BF6A-1B41-1023-658113AADDDB}"/>
              </a:ext>
            </a:extLst>
          </p:cNvPr>
          <p:cNvSpPr txBox="1"/>
          <p:nvPr/>
        </p:nvSpPr>
        <p:spPr>
          <a:xfrm>
            <a:off x="3256660" y="4207516"/>
            <a:ext cx="4538932" cy="2377252"/>
          </a:xfrm>
          <a:prstGeom prst="rect">
            <a:avLst/>
          </a:prstGeom>
        </p:spPr>
        <p:txBody>
          <a:bodyPr lIns="44517" tIns="44517" rIns="44517" bIns="44517" rtlCol="0" anchor="ctr"/>
          <a:lstStyle/>
          <a:p>
            <a:pPr marL="0" lvl="0" indent="0" algn="ctr">
              <a:lnSpc>
                <a:spcPts val="2085"/>
              </a:lnSpc>
            </a:pPr>
            <a:endParaRPr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EDC44F8-4E1A-C0EF-4EB0-CDF53533BADE}"/>
              </a:ext>
            </a:extLst>
          </p:cNvPr>
          <p:cNvGrpSpPr/>
          <p:nvPr/>
        </p:nvGrpSpPr>
        <p:grpSpPr>
          <a:xfrm>
            <a:off x="0" y="8922805"/>
            <a:ext cx="2998746" cy="1135595"/>
            <a:chOff x="0" y="-28575"/>
            <a:chExt cx="1341974" cy="55513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BE5F6C8-AA1A-DFDE-AEA3-0C6D1269421F}"/>
                </a:ext>
              </a:extLst>
            </p:cNvPr>
            <p:cNvSpPr/>
            <p:nvPr/>
          </p:nvSpPr>
          <p:spPr>
            <a:xfrm>
              <a:off x="13343" y="-14288"/>
              <a:ext cx="1328631" cy="526560"/>
            </a:xfrm>
            <a:custGeom>
              <a:avLst/>
              <a:gdLst/>
              <a:ahLst/>
              <a:cxnLst/>
              <a:rect l="l" t="t" r="r" b="b"/>
              <a:pathLst>
                <a:path w="1328631" h="526560">
                  <a:moveTo>
                    <a:pt x="0" y="0"/>
                  </a:moveTo>
                  <a:lnTo>
                    <a:pt x="1328631" y="0"/>
                  </a:lnTo>
                  <a:lnTo>
                    <a:pt x="1328631" y="526560"/>
                  </a:lnTo>
                  <a:lnTo>
                    <a:pt x="0" y="526560"/>
                  </a:lnTo>
                  <a:close/>
                </a:path>
              </a:pathLst>
            </a:custGeom>
            <a:gradFill rotWithShape="1">
              <a:gsLst>
                <a:gs pos="0">
                  <a:srgbClr val="2EA1A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b="1" dirty="0">
                <a:solidFill>
                  <a:schemeClr val="accent2"/>
                </a:solidFill>
              </a:endParaRPr>
            </a:p>
            <a:p>
              <a:r>
                <a:rPr lang="en-IN" b="1" dirty="0">
                  <a:solidFill>
                    <a:schemeClr val="bg1"/>
                  </a:solidFill>
                </a:rPr>
                <a:t>Images of supplied tooling's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1A025BE-0F19-BF69-DE59-D54DB2E243A1}"/>
                </a:ext>
              </a:extLst>
            </p:cNvPr>
            <p:cNvSpPr txBox="1"/>
            <p:nvPr/>
          </p:nvSpPr>
          <p:spPr>
            <a:xfrm>
              <a:off x="0" y="-28575"/>
              <a:ext cx="1328631" cy="555135"/>
            </a:xfrm>
            <a:prstGeom prst="rect">
              <a:avLst/>
            </a:prstGeom>
          </p:spPr>
          <p:txBody>
            <a:bodyPr lIns="44517" tIns="44517" rIns="44517" bIns="44517" rtlCol="0" anchor="ctr"/>
            <a:lstStyle/>
            <a:p>
              <a:pPr marL="0" lvl="0" indent="0" algn="ctr">
                <a:lnSpc>
                  <a:spcPts val="2085"/>
                </a:lnSpc>
              </a:pPr>
              <a:endParaRPr/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29DA2457-AA97-FC3B-1238-572BA0917E0C}"/>
              </a:ext>
            </a:extLst>
          </p:cNvPr>
          <p:cNvSpPr/>
          <p:nvPr/>
        </p:nvSpPr>
        <p:spPr>
          <a:xfrm>
            <a:off x="777240" y="367042"/>
            <a:ext cx="322259" cy="309368"/>
          </a:xfrm>
          <a:custGeom>
            <a:avLst/>
            <a:gdLst/>
            <a:ahLst/>
            <a:cxnLst/>
            <a:rect l="l" t="t" r="r" b="b"/>
            <a:pathLst>
              <a:path w="322259" h="309368">
                <a:moveTo>
                  <a:pt x="0" y="0"/>
                </a:moveTo>
                <a:lnTo>
                  <a:pt x="322259" y="0"/>
                </a:lnTo>
                <a:lnTo>
                  <a:pt x="322259" y="309368"/>
                </a:lnTo>
                <a:lnTo>
                  <a:pt x="0" y="309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8328656E-37F3-67BF-8BA0-86FB573215AA}"/>
              </a:ext>
            </a:extLst>
          </p:cNvPr>
          <p:cNvSpPr/>
          <p:nvPr/>
        </p:nvSpPr>
        <p:spPr>
          <a:xfrm>
            <a:off x="0" y="0"/>
            <a:ext cx="1099499" cy="764010"/>
          </a:xfrm>
          <a:custGeom>
            <a:avLst/>
            <a:gdLst/>
            <a:ahLst/>
            <a:cxnLst/>
            <a:rect l="l" t="t" r="r" b="b"/>
            <a:pathLst>
              <a:path w="732221" h="547628">
                <a:moveTo>
                  <a:pt x="0" y="0"/>
                </a:moveTo>
                <a:lnTo>
                  <a:pt x="732222" y="0"/>
                </a:lnTo>
                <a:lnTo>
                  <a:pt x="732222" y="547628"/>
                </a:lnTo>
                <a:lnTo>
                  <a:pt x="0" y="547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89F158A-3DBA-0873-89AB-C3150A4AC4BC}"/>
              </a:ext>
            </a:extLst>
          </p:cNvPr>
          <p:cNvSpPr txBox="1"/>
          <p:nvPr/>
        </p:nvSpPr>
        <p:spPr>
          <a:xfrm>
            <a:off x="3365111" y="9308538"/>
            <a:ext cx="1991475" cy="18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409"/>
              </a:lnSpc>
            </a:pPr>
            <a:r>
              <a:rPr lang="en-US" sz="1600" u="sng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  <a:hlinkClick r:id="rId4" tooltip="mailto:glorishaindustries@gmail.com"/>
              </a:rPr>
              <a:t>info@vptpune.com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7AE35F3-B808-6F84-98CE-4AB665EE9384}"/>
              </a:ext>
            </a:extLst>
          </p:cNvPr>
          <p:cNvSpPr txBox="1"/>
          <p:nvPr/>
        </p:nvSpPr>
        <p:spPr>
          <a:xfrm>
            <a:off x="5487173" y="9537179"/>
            <a:ext cx="1991475" cy="17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9"/>
              </a:lnSpc>
            </a:pPr>
            <a:r>
              <a:rPr lang="en-US" sz="999" dirty="0" err="1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Bhosari</a:t>
            </a:r>
            <a:r>
              <a:rPr lang="en-US" sz="999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1100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MIDC</a:t>
            </a:r>
            <a:r>
              <a:rPr lang="en-US" sz="999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, Pune 411026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312291F-8B5C-D38E-EBCB-51B4B4FFEFE0}"/>
              </a:ext>
            </a:extLst>
          </p:cNvPr>
          <p:cNvSpPr txBox="1"/>
          <p:nvPr/>
        </p:nvSpPr>
        <p:spPr>
          <a:xfrm>
            <a:off x="5487172" y="9323942"/>
            <a:ext cx="1991475" cy="17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9"/>
              </a:lnSpc>
            </a:pPr>
            <a:r>
              <a:rPr lang="en-US" sz="1100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+91 9764996161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6754C2B9-4F65-5786-5A0A-D6D75A6EE355}"/>
              </a:ext>
            </a:extLst>
          </p:cNvPr>
          <p:cNvSpPr txBox="1"/>
          <p:nvPr/>
        </p:nvSpPr>
        <p:spPr>
          <a:xfrm>
            <a:off x="1170619" y="261311"/>
            <a:ext cx="6561307" cy="533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VINSAT </a:t>
            </a:r>
          </a:p>
          <a:p>
            <a:pPr algn="l">
              <a:lnSpc>
                <a:spcPts val="1352"/>
              </a:lnSpc>
            </a:pP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PRECISION </a:t>
            </a:r>
          </a:p>
          <a:p>
            <a:pPr algn="l">
              <a:lnSpc>
                <a:spcPts val="1352"/>
              </a:lnSpc>
            </a:pP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TECHNOLOGIES				</a:t>
            </a:r>
            <a:r>
              <a:rPr lang="en-US" sz="1099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Email</a:t>
            </a: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: Info@vptpune.com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8FCA760-DB2E-150E-B1B9-412ABE6123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" y="914289"/>
            <a:ext cx="3882444" cy="7162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CE9C1F6-2E93-8635-8109-0859137BDB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8197" y="4740186"/>
            <a:ext cx="4480448" cy="350394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7660810-526A-0AD6-D13A-1754330F7F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50868"/>
            <a:ext cx="2968930" cy="223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70FA76F-3819-0426-A446-00E518F595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17" y="839450"/>
            <a:ext cx="3627957" cy="23772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F06DCDB-4386-6C2B-D045-B35CBEEE4B3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889827"/>
            <a:ext cx="4150527" cy="311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8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C0618-93B7-A49C-602D-7B47E8AF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9C978757-3148-CD42-90B1-22AFBD492CED}"/>
              </a:ext>
            </a:extLst>
          </p:cNvPr>
          <p:cNvSpPr txBox="1"/>
          <p:nvPr/>
        </p:nvSpPr>
        <p:spPr>
          <a:xfrm>
            <a:off x="3256660" y="4207516"/>
            <a:ext cx="4538932" cy="2377252"/>
          </a:xfrm>
          <a:prstGeom prst="rect">
            <a:avLst/>
          </a:prstGeom>
        </p:spPr>
        <p:txBody>
          <a:bodyPr lIns="44517" tIns="44517" rIns="44517" bIns="44517" rtlCol="0" anchor="ctr"/>
          <a:lstStyle/>
          <a:p>
            <a:pPr marL="0" lvl="0" indent="0" algn="ctr">
              <a:lnSpc>
                <a:spcPts val="2085"/>
              </a:lnSpc>
            </a:pPr>
            <a:endParaRPr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94888B4-30AD-D855-E332-88A3960DDBA6}"/>
              </a:ext>
            </a:extLst>
          </p:cNvPr>
          <p:cNvGrpSpPr/>
          <p:nvPr/>
        </p:nvGrpSpPr>
        <p:grpSpPr>
          <a:xfrm>
            <a:off x="0" y="8981259"/>
            <a:ext cx="2968930" cy="1077141"/>
            <a:chOff x="0" y="0"/>
            <a:chExt cx="1328631" cy="52656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D4D1C2E-C778-810F-7968-064D5355E158}"/>
                </a:ext>
              </a:extLst>
            </p:cNvPr>
            <p:cNvSpPr/>
            <p:nvPr/>
          </p:nvSpPr>
          <p:spPr>
            <a:xfrm>
              <a:off x="0" y="0"/>
              <a:ext cx="1328631" cy="526560"/>
            </a:xfrm>
            <a:custGeom>
              <a:avLst/>
              <a:gdLst/>
              <a:ahLst/>
              <a:cxnLst/>
              <a:rect l="l" t="t" r="r" b="b"/>
              <a:pathLst>
                <a:path w="1328631" h="526560">
                  <a:moveTo>
                    <a:pt x="0" y="0"/>
                  </a:moveTo>
                  <a:lnTo>
                    <a:pt x="1328631" y="0"/>
                  </a:lnTo>
                  <a:lnTo>
                    <a:pt x="1328631" y="526560"/>
                  </a:lnTo>
                  <a:lnTo>
                    <a:pt x="0" y="526560"/>
                  </a:lnTo>
                  <a:close/>
                </a:path>
              </a:pathLst>
            </a:custGeom>
            <a:gradFill rotWithShape="1">
              <a:gsLst>
                <a:gs pos="0">
                  <a:srgbClr val="2EA1A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b="1" dirty="0">
                <a:solidFill>
                  <a:schemeClr val="bg1"/>
                </a:solidFill>
              </a:endParaRPr>
            </a:p>
            <a:p>
              <a:r>
                <a:rPr lang="en-IN" b="1" dirty="0">
                  <a:solidFill>
                    <a:schemeClr val="bg1"/>
                  </a:solidFill>
                </a:rPr>
                <a:t>Images of supplied tooling's</a:t>
              </a:r>
            </a:p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28FD86-5C89-2F38-67E6-40F17E8483C7}"/>
                </a:ext>
              </a:extLst>
            </p:cNvPr>
            <p:cNvSpPr txBox="1"/>
            <p:nvPr/>
          </p:nvSpPr>
          <p:spPr>
            <a:xfrm>
              <a:off x="0" y="-28575"/>
              <a:ext cx="1328631" cy="555135"/>
            </a:xfrm>
            <a:prstGeom prst="rect">
              <a:avLst/>
            </a:prstGeom>
          </p:spPr>
          <p:txBody>
            <a:bodyPr lIns="44517" tIns="44517" rIns="44517" bIns="44517" rtlCol="0" anchor="ctr"/>
            <a:lstStyle/>
            <a:p>
              <a:pPr marL="0" lvl="0" indent="0" algn="ctr">
                <a:lnSpc>
                  <a:spcPts val="2085"/>
                </a:lnSpc>
              </a:pPr>
              <a:endParaRPr/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D0CE01BA-E55A-FBB7-1D7E-9349B3A396B6}"/>
              </a:ext>
            </a:extLst>
          </p:cNvPr>
          <p:cNvSpPr/>
          <p:nvPr/>
        </p:nvSpPr>
        <p:spPr>
          <a:xfrm>
            <a:off x="777240" y="367042"/>
            <a:ext cx="322259" cy="309368"/>
          </a:xfrm>
          <a:custGeom>
            <a:avLst/>
            <a:gdLst/>
            <a:ahLst/>
            <a:cxnLst/>
            <a:rect l="l" t="t" r="r" b="b"/>
            <a:pathLst>
              <a:path w="322259" h="309368">
                <a:moveTo>
                  <a:pt x="0" y="0"/>
                </a:moveTo>
                <a:lnTo>
                  <a:pt x="322259" y="0"/>
                </a:lnTo>
                <a:lnTo>
                  <a:pt x="322259" y="309368"/>
                </a:lnTo>
                <a:lnTo>
                  <a:pt x="0" y="309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B864E548-E7B7-C82D-975E-682F671769EE}"/>
              </a:ext>
            </a:extLst>
          </p:cNvPr>
          <p:cNvSpPr/>
          <p:nvPr/>
        </p:nvSpPr>
        <p:spPr>
          <a:xfrm>
            <a:off x="0" y="-23647"/>
            <a:ext cx="1099499" cy="804641"/>
          </a:xfrm>
          <a:custGeom>
            <a:avLst/>
            <a:gdLst/>
            <a:ahLst/>
            <a:cxnLst/>
            <a:rect l="l" t="t" r="r" b="b"/>
            <a:pathLst>
              <a:path w="732221" h="547628">
                <a:moveTo>
                  <a:pt x="0" y="0"/>
                </a:moveTo>
                <a:lnTo>
                  <a:pt x="732222" y="0"/>
                </a:lnTo>
                <a:lnTo>
                  <a:pt x="732222" y="547628"/>
                </a:lnTo>
                <a:lnTo>
                  <a:pt x="0" y="547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896B832-B38C-6CBB-0FCB-B3B28D050E94}"/>
              </a:ext>
            </a:extLst>
          </p:cNvPr>
          <p:cNvSpPr txBox="1"/>
          <p:nvPr/>
        </p:nvSpPr>
        <p:spPr>
          <a:xfrm>
            <a:off x="3365111" y="9308538"/>
            <a:ext cx="1991475" cy="18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409"/>
              </a:lnSpc>
            </a:pPr>
            <a:r>
              <a:rPr lang="en-US" sz="1600" u="sng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  <a:hlinkClick r:id="rId4" tooltip="mailto:glorishaindustries@gmail.com"/>
              </a:rPr>
              <a:t>info@vptpune.com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8456DBF-3BEB-3B8D-8AB2-3B07539FBA79}"/>
              </a:ext>
            </a:extLst>
          </p:cNvPr>
          <p:cNvSpPr txBox="1"/>
          <p:nvPr/>
        </p:nvSpPr>
        <p:spPr>
          <a:xfrm>
            <a:off x="5487173" y="9537179"/>
            <a:ext cx="1991475" cy="17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9"/>
              </a:lnSpc>
            </a:pPr>
            <a:r>
              <a:rPr lang="en-US" sz="999" dirty="0" err="1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Bhosari</a:t>
            </a:r>
            <a:r>
              <a:rPr lang="en-US" sz="999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1100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MIDC</a:t>
            </a:r>
            <a:r>
              <a:rPr lang="en-US" sz="999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, Pune 411026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51C0960-6D07-BDF1-ED73-951A272FC912}"/>
              </a:ext>
            </a:extLst>
          </p:cNvPr>
          <p:cNvSpPr txBox="1"/>
          <p:nvPr/>
        </p:nvSpPr>
        <p:spPr>
          <a:xfrm>
            <a:off x="5487172" y="9323942"/>
            <a:ext cx="1991475" cy="17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9"/>
              </a:lnSpc>
            </a:pPr>
            <a:r>
              <a:rPr lang="en-US" sz="1100" dirty="0">
                <a:solidFill>
                  <a:srgbClr val="0657AC"/>
                </a:solidFill>
                <a:latin typeface="Telegraf"/>
                <a:ea typeface="Telegraf"/>
                <a:cs typeface="Telegraf"/>
                <a:sym typeface="Telegraf"/>
              </a:rPr>
              <a:t>+91 9764996161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344972B-4D19-2CA2-527A-96C6431CB3D0}"/>
              </a:ext>
            </a:extLst>
          </p:cNvPr>
          <p:cNvSpPr txBox="1"/>
          <p:nvPr/>
        </p:nvSpPr>
        <p:spPr>
          <a:xfrm>
            <a:off x="1170620" y="261311"/>
            <a:ext cx="6601780" cy="533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VINSAT </a:t>
            </a:r>
          </a:p>
          <a:p>
            <a:pPr algn="l">
              <a:lnSpc>
                <a:spcPts val="1352"/>
              </a:lnSpc>
            </a:pP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PRECISION </a:t>
            </a:r>
          </a:p>
          <a:p>
            <a:pPr>
              <a:lnSpc>
                <a:spcPts val="1352"/>
              </a:lnSpc>
            </a:pP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TECHNOLOGIES				</a:t>
            </a:r>
            <a:r>
              <a:rPr lang="en-US" sz="1099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 Email</a:t>
            </a:r>
            <a:r>
              <a:rPr lang="en-US" sz="1099" b="1" dirty="0">
                <a:solidFill>
                  <a:srgbClr val="0657AC"/>
                </a:solidFill>
                <a:latin typeface="DM Sans Bold"/>
                <a:ea typeface="DM Sans Bold"/>
                <a:cs typeface="DM Sans Bold"/>
                <a:sym typeface="DM Sans Bold"/>
              </a:rPr>
              <a:t>: Info@vptpune.com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45CF42-738E-B2A4-9B30-BD4DEB1C2B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8356"/>
            <a:ext cx="5029200" cy="37831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5770BE-E192-5301-00F4-B1CBD746D8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764428"/>
            <a:ext cx="5204792" cy="39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6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187</Words>
  <Application>Microsoft Office PowerPoint</Application>
  <PresentationFormat>Custom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Telegraf Bold</vt:lpstr>
      <vt:lpstr>Arial</vt:lpstr>
      <vt:lpstr>DM Sans Bold</vt:lpstr>
      <vt:lpstr>Wingdings</vt:lpstr>
      <vt:lpstr>DM Sans</vt:lpstr>
      <vt:lpstr>Telegraf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Business Flyer Portrait</dc:title>
  <dc:creator>Vinod Kadam</dc:creator>
  <cp:lastModifiedBy>Vinod Kadam</cp:lastModifiedBy>
  <cp:revision>14</cp:revision>
  <dcterms:created xsi:type="dcterms:W3CDTF">2006-08-16T00:00:00Z</dcterms:created>
  <dcterms:modified xsi:type="dcterms:W3CDTF">2026-03-20T05:34:16Z</dcterms:modified>
  <dc:identifier>DAHCyXGgyXA</dc:identifier>
</cp:coreProperties>
</file>